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880360"/>
            <a:ext cx="12191695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600" b="1">
                <a:solidFill>
                  <a:srgbClr val="00C896"/>
                </a:solidFill>
                <a:latin typeface="Segoe UI"/>
              </a:rPr>
              <a:t>🐍 Kobra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5F6FA"/>
                </a:solidFill>
                <a:latin typeface="Segoe UI"/>
              </a:rPr>
              <a:t>Plataforma de Cobranzas Inteligente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>
                <a:solidFill>
                  <a:srgbClr val="9AA4B2"/>
                </a:solidFill>
                <a:latin typeface="Segoe UI"/>
              </a:rPr>
              <a:t>ProbPago · Agente IA Negociador · Priorización por valor esperado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9AA4B2"/>
                </a:solidFill>
                <a:latin typeface="Segoe UI"/>
              </a:rPr>
              <a:t>Propuesta gerencial · Uruguay · Demo con datos sintéticos (sin datos de clientes)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El problema de la cobranza tradicional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Se gestiona por igual a todos los deudores → se malgasta tiempo en casos irrecuperables.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Las decisiones de descuento y planes se toman "a ojo", sin datos.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No se sabe a quién llamar primero ni por qué canal.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Los guiones de negociación no están estandarizados ni optimizados.</a:t>
            </a:r>
          </a:p>
          <a:p>
            <a:pPr>
              <a:spcAft>
                <a:spcPts val="1400"/>
              </a:spcAft>
            </a:pPr>
            <a:r>
              <a:rPr sz="2000">
                <a:solidFill>
                  <a:srgbClr val="9AA4B2"/>
                </a:solidFill>
                <a:latin typeface="Segoe UI"/>
              </a:rPr>
              <a:t>▸  El reporting gerencial es lento, manual y poco accionable.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DCB6E"/>
                </a:solidFill>
                <a:latin typeface="Segoe UI"/>
              </a:rPr>
              <a:t>Resultado: menor recupero, más costo operativo y peor experiencia del cliente.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La solución: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C896"/>
                </a:solidFill>
                <a:latin typeface="Segoe UI"/>
              </a:rPr>
              <a:t>🧠 ProbPago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Modelo de Machine Learning que estima la probabilidad de pago de cada deudor.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C896"/>
                </a:solidFill>
                <a:latin typeface="Segoe UI"/>
              </a:rPr>
              <a:t>AUC 0.8705 · Lift 1.69x en el top decil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6C5CE7"/>
                </a:solidFill>
                <a:latin typeface="Segoe UI"/>
              </a:rPr>
              <a:t>🤖 Agente IA Negociador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Recomienda la estrategia óptima (descuento, plan, canal) y genera el guion listo para enviar.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6C5CE7"/>
                </a:solidFill>
                <a:latin typeface="Segoe UI"/>
              </a:rPr>
              <a:t>Maximiza recupero minimizando la quita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920240"/>
            <a:ext cx="3566160" cy="3840480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24028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DCB6E"/>
                </a:solidFill>
                <a:latin typeface="Segoe UI"/>
              </a:rPr>
              <a:t>📊 Dashboard Gerencial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3200400"/>
            <a:ext cx="30175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5F6FA"/>
                </a:solidFill>
                <a:latin typeface="Segoe UI"/>
              </a:rPr>
              <a:t>KPIs, filtros, gráficos y priorización de cartera por valor esperado de recupero.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0292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DCB6E"/>
                </a:solidFill>
                <a:latin typeface="Segoe UI"/>
              </a:rPr>
              <a:t>Exportable a Excel / CSV para reporting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Cómo funciona · flujo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920240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29968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1 · Cartera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0" y="2029968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Se carga la base de deudores (o se conecta al core).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16352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2 · ProbPago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92608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El modelo asigna probabilidad de pago a cada caso.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12464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FDC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2192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DCB6E"/>
                </a:solidFill>
                <a:latin typeface="Segoe UI"/>
              </a:rPr>
              <a:t>3 · Negociador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822192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Define estrategia, descuento, canal y guion.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08576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00C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718304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C896"/>
                </a:solidFill>
                <a:latin typeface="Segoe UI"/>
              </a:rPr>
              <a:t>4 · Priorización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718304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Ordena por valor esperado de recupero (UYU).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504688"/>
            <a:ext cx="2926080" cy="749808"/>
          </a:xfrm>
          <a:prstGeom prst="roundRect">
            <a:avLst/>
          </a:prstGeom>
          <a:solidFill>
            <a:srgbClr val="1A1F2E"/>
          </a:solidFill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14416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6C5CE7"/>
                </a:solidFill>
                <a:latin typeface="Segoe UI"/>
              </a:rPr>
              <a:t>5 · Acción + Reporting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5614416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5F6FA"/>
                </a:solidFill>
                <a:latin typeface="Segoe UI"/>
              </a:rPr>
              <a:t>Gestores ejecutan; gerencia mide en el dashboard.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Impacto sobre la cartera (demo)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Deudores analizados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5F6FA"/>
                </a:solidFill>
                <a:latin typeface="Segoe UI"/>
              </a:rPr>
              <a:t>$U 1,790.0M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92024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$U 868.9M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06324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Recupero esperado (49%)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6C5CE7"/>
                </a:solidFill>
                <a:latin typeface="Segoe UI"/>
              </a:rPr>
              <a:t>59%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ProbPago promedio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3484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FDCB6E"/>
                </a:solidFill>
                <a:latin typeface="Segoe UI"/>
              </a:rPr>
              <a:t>$U 621.4M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Cartera en riesgo (baja prop.)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3931920"/>
            <a:ext cx="3566160" cy="1737360"/>
          </a:xfrm>
          <a:prstGeom prst="roundRect">
            <a:avLst/>
          </a:prstGeom>
          <a:solidFill>
            <a:srgbClr val="1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206240"/>
            <a:ext cx="3566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00C896"/>
                </a:solidFill>
                <a:latin typeface="Segoe UI"/>
              </a:rPr>
              <a:t>1.69x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Lift del top decil vs.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9AA4B2"/>
                </a:solidFill>
                <a:latin typeface="Segoe UI"/>
              </a:rPr>
              <a:t>Priorizando por ProbPago, el equipo concentra el esfuerzo donde está el valor recuperable.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Dashboard · Visión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KPIs en vivo, filtros dinámicos y gráficos de cartera vs. recupero.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Agente IA Negociador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Estrategias recomendadas y simulador de negociación con guion por deudor.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negoci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C896"/>
                </a:solidFill>
                <a:latin typeface="Segoe UI"/>
              </a:rPr>
              <a:t>Cartera priorizada +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AA4B2"/>
                </a:solidFill>
                <a:latin typeface="Segoe UI"/>
              </a:rPr>
              <a:t>Ranking por valor esperado y exportación a Excel/CSV para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1201400" cy="5074920"/>
          </a:xfrm>
          <a:prstGeom prst="roundRect">
            <a:avLst/>
          </a:prstGeom>
          <a:noFill/>
          <a:ln w="127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cart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927080" cy="751236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5F6FA"/>
                </a:solidFill>
                <a:latin typeface="Segoe UI"/>
              </a:rPr>
              <a:t>Por qué Kobra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80160"/>
            <a:ext cx="137160" cy="640080"/>
          </a:xfrm>
          <a:prstGeom prst="roundRect">
            <a:avLst/>
          </a:prstGeom>
          <a:solidFill>
            <a:srgbClr val="00C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Más recupero: prioriza por valor esperado, no por antigüedad de la deuda.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Menos costo: automatiza estrategia y guiones; el gestor solo ejecuta.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Decisiones con datos: descuentos y planes basados en probabilidad de pago.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Listo para Uruguay: pensado para el mercado local, sin datos personales sensibles.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Agnóstico de industria: banca, financieras, retail, telco, utilities, fintech.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00C896"/>
                </a:solidFill>
                <a:latin typeface="Segoe UI"/>
              </a:rPr>
              <a:t>▸  Rápido de implementar: mismo esquema de datos, reemplazable por la cartera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5F6FA"/>
                </a:solidFill>
                <a:latin typeface="Segoe UI"/>
              </a:rPr>
              <a:t>Convierta su cartera en recupero.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00C896"/>
                </a:solidFill>
                <a:latin typeface="Segoe UI"/>
              </a:rPr>
              <a:t>🐍 Kobra · Cobranzas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06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9AA4B2"/>
                </a:solidFill>
                <a:latin typeface="Segoe UI"/>
              </a:rPr>
              <a:t>Demo lista para ejecutar · Solicite una prueba con su propia cartera.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