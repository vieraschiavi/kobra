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de Kobra en la gestión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Gestores que usan Kobra vs. grupo de control (mismo período)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Y la mejora se sostiene y crece mes a mes con la adopción de las herramientas.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