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AUC 0.8705 · Lift 1.69x en el top decil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+ Copiloto en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estrategia, descuento, canal y guion. En vivo: analiza el sentimiento del cliente (voz/WhatsApp) y asesora al gestor en tiempo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Priorizando por ProbPago, el equipo concentra el esfuerzo donde está el valor recuperable.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Copiloto de Negociación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Sentimiento del cliente turno a turno, técnicas del gestor y la próxima jugada sugerida.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opiloto_det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68294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Asistencia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Escucha la llamada telefónica, transcribe y asesora al gestor en tiempo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copi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28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Voz: diarización + emoción acústica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Separa quién habla y detecta la tensión del cliente en la voz, más allá de las palabras.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voz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17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Integración telefónica + transcripción por hablante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Conecta al audio de la central (Avaya, Genesys…); transcribe por hablante y fusiona voz + texto.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telefon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82535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Streaming en vivo durante la llamada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SIPREC / Twilio Media Streams / Avaya DMCC: asesoría turno a turno mientras la llamada ocurre.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altime_st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1032609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Gestores &amp; Evolución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Impacto de Kobra en calidad, conversión y recupero; evolución mes a mes por gestor.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ges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95611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de Kobra en la gestión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Gestores que usan Kobra vs. grupo de control (mismo período)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C896"/>
                </a:solidFill>
                <a:latin typeface="Segoe UI"/>
              </a:rPr>
              <a:t>+10.2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puntos de calidad de gestión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6C5CE7"/>
                </a:solidFill>
                <a:latin typeface="Segoe UI"/>
              </a:rPr>
              <a:t>+6.8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conversión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377440"/>
            <a:ext cx="3566160" cy="219456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880360"/>
            <a:ext cx="3566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DCB6E"/>
                </a:solidFill>
                <a:latin typeface="Segoe UI"/>
              </a:rPr>
              <a:t>+5.1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9AA4B2"/>
                </a:solidFill>
                <a:latin typeface="Segoe UI"/>
              </a:rPr>
              <a:t>tasa de recupero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5F6FA"/>
                </a:solidFill>
                <a:latin typeface="Segoe UI"/>
              </a:rPr>
              <a:t>Con Kobra: calidad 70 · conversión 68% · recupero 45%   |   Sin Kobra: calidad 60 · conversión 62% · recupero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00C896"/>
                </a:solidFill>
                <a:latin typeface="Segoe UI"/>
              </a:rPr>
              <a:t>Y la mejora se sostiene y crece mes a mes con la adopción de las herramientas.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Asistencia en vivo: análisis de sentimiento de voz/WhatsApp que guía al gestor en la negociación.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ML de probabilidad de pago con selección de modelos y calibración.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Listo para producción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75104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🐳 Despliegue en 1 comando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920240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docker compose up: dashboard + servicio de audio en vivo, con datos y modelo autogenerados.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24912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71216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🔑 API keys persistentes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816352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Se cargan una vez desde la pestaña Configuración (o por variables de entorno) y quedan guardadas.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21024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673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☎️ Integración telefónica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712464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Conectores para Avaya/Genesys/Twilio (SIPREC · Media Streams · DMCC) — grabación o streaming en vivo.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17136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✅ Calidad asegurada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608576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Suite de tests + CI (GitHub Actions) y reentrenamiento programado del modelo ProbPago.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413248"/>
            <a:ext cx="4206240" cy="786384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559552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C896"/>
                </a:solidFill>
                <a:latin typeface="Segoe UI"/>
              </a:rPr>
              <a:t>🔒 Sin datos sensibles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5504688"/>
            <a:ext cx="6217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5F6FA"/>
                </a:solidFill>
                <a:latin typeface="Segoe UI"/>
              </a:rPr>
              <a:t>Dataset sintético, sin nombres de clientes. Reemplazable por la cartera real de la empresa.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