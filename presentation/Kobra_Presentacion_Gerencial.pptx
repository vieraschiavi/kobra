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obra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77724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Kobra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 Selección de modelos con validación cruzada + calibración.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Se entrena y valida con la cartera real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Datos sintéticos ilustrativos: muestran cómo Kobra prioriza el esfuerzo donde está el valor recuperable. Con la cartera real, estos KPIs se calculan de verdad.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Voz: diarización + emoción acústica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Separa quién habla y detecta la tensión del cliente en la voz, más allá de las palabras.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o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17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Integración telefónica + transcripción por hablante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Conecta al audio de la central (Avaya, Genesys…); transcribe por hablante y fusiona voz + texto.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telef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8253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Streaming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SIPREC / Twilio Media Streams / Avaya DMCC: asesoría turno a turno mientras la llamada ocurre.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103260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Impacto de Kobra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se mide el impacto de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DCB6E"/>
                </a:solidFill>
                <a:latin typeface="Segoe UI"/>
              </a:rPr>
              <a:t>Metodología: gestores con Kobra vs. grupo de control, mismo período. Cifras ILUSTRATIVAS sobre datos sintéticos — no son resultados medidos.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C5CE7"/>
                </a:solidFill>
                <a:latin typeface="Segoe UI"/>
              </a:rPr>
              <a:t>+6.8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DCB6E"/>
                </a:solidFill>
                <a:latin typeface="Segoe UI"/>
              </a:rPr>
              <a:t>+5.1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5F6FA"/>
                </a:solidFill>
                <a:latin typeface="Segoe UI"/>
              </a:rPr>
              <a:t>Con Kobra: calidad 70 · conversión 68% · recupero 45%   |   Sin Kobra: calidad 60 · conversión 62%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En un piloto real, este mismo análisis (control vs. adopción) produce el impacto MEDIDO — esa es la evidencia que se presenta, no esta simulación.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Listo para producción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75104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🐳 Despliegue en 1 comando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920240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docker compose up: dashboard + servicio de audio en vivo, con datos y modelo autogenerados.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24912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71216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🔑 API keys persistentes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16352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Se cargan una vez desde la pestaña Configuración (o por variables de entorno) y quedan guardadas.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21024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673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☎️ Integración telefónica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712464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Conectores para Avaya/Genesys/Twilio (SIPREC · Media Streams · DMCC) — grabación o streaming en vivo.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17136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✅ Calidad asegurada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608576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Suite de tests + CI (GitHub Actions) y reentrenamiento programado del modelo ProbPago.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13248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559552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🔒 Sin datos sensibles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50468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Dataset sintético, sin nombres de clientes. Reemplazable por la cartera real de la empresa.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obra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105156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Kobra ·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